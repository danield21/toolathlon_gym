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Conference Speaker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International Academic Conference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days, six sessions, 30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Speaker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Travel, hotel, AV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Allocated 15 min per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