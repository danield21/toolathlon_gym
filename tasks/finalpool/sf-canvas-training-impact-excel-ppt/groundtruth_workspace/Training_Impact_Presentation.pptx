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Training Impact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Cross-functional review of training programs and performance ratings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Department Performance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Engineering: highest performing department (avg 3.21)</a:t>
            </a:r>
          </a:p>
          <a:p>
            <a:r>
              <a:t>Operations: lowest performing department</a:t>
            </a:r>
          </a:p>
          <a:p>
            <a:r>
              <a:t>Total employees: 50,000 across 7 departments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Course Enrollment and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Most popular course: Applied Analytics &amp; Algorithms (Fall 2013)</a:t>
            </a:r>
          </a:p>
          <a:p>
            <a:r>
              <a:t>Total courses analyzed: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 and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Engineering employees show consistently strong performance ratings</a:t>
            </a:r>
          </a:p>
          <a:p>
            <a:r>
              <a:t>Recommend targeted training programs for Operations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