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Student Electronics Purchase Behavior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Applied Analytics Course Performance vs. Bookstore Electronics Purchases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Study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This study analyzes the correlation between academic performance in Applied Analytics courses and electronics purchasing behavior at the university bookstore.</a:t>
            </a:r>
          </a:p>
          <a:p>
            <a:pPr>
              <a:defRPr sz="1800"/>
            </a:pPr>
            <a:r>
              <a:t>Data covers 19 matched students from courses 1 and 2.</a:t>
            </a:r>
          </a:p>
          <a:p>
            <a:pPr>
              <a:defRPr sz="1800"/>
            </a:pPr>
            <a:r>
              <a:t>Methodology: compute average graded submission scores per student, aggregate Electronics and Cameras category purchases per customer, and cross-reference using the loyalty program registry.</a:t>
            </a:r>
          </a:p>
          <a:p>
            <a:pPr>
              <a:defRPr sz="1800"/>
            </a:pPr>
            <a:r>
              <a:t>A Pearson correlation coefficient is computed between average academic score and total electronics spending.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Student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Number of matched students: 19</a:t>
            </a:r>
          </a:p>
          <a:p>
            <a:pPr>
              <a:defRPr sz="1800"/>
            </a:pPr>
            <a:r>
              <a:t>Mean academic score: 72.57</a:t>
            </a:r>
          </a:p>
          <a:p>
            <a:pPr>
              <a:defRPr sz="1800"/>
            </a:pPr>
            <a:r>
              <a:t>Mean electronics spending: $552.77</a:t>
            </a:r>
          </a:p>
          <a:p>
            <a:pPr>
              <a:defRPr sz="1800"/>
            </a:pPr>
            <a:r>
              <a:t>Each matched student is enrolled in the Applied Analytics courses and has electronics purchase records at the bookstore.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Correlation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Pearson Correlation Coefficient: -0.0512</a:t>
            </a:r>
          </a:p>
          <a:p>
            <a:pPr>
              <a:defRPr sz="1800"/>
            </a:pPr>
            <a:r>
              <a:t>P-Value: 0.835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correlation is very close to zero, indicating little to no linear relationship between academic performance and electronics purchasing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Implement student discount program to make electronics more accessible</a:t>
            </a:r>
          </a:p>
          <a:p>
            <a:pPr>
              <a:defRPr sz="1800"/>
            </a:pPr>
            <a:r>
              <a:t>2. Target marketing toward students with scores above 72.57</a:t>
            </a:r>
          </a:p>
          <a:p>
            <a:pPr>
              <a:defRPr sz="1800"/>
            </a:pPr>
            <a:r>
              <a:t>3. Optimize electronics inventory for 19 student purchasers (avg spend $552.77)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