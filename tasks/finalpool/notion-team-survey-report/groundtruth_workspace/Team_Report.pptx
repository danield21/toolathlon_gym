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Team 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People Operations Team — Q1 2026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projects: 5</a:t>
            </a:r>
          </a:p>
          <a:p>
            <a:r>
              <a:t>Active: 2 (Project Alpha, Project Gamma)</a:t>
            </a:r>
          </a:p>
          <a:p>
            <a:r>
              <a:t>Completed: 1 (Project Beta)</a:t>
            </a:r>
          </a:p>
          <a:p>
            <a:r>
              <a:t>On Hold: 1 (Project Delta)</a:t>
            </a:r>
          </a:p>
          <a:p>
            <a:r>
              <a:t>Planning: 1 (Project Epsilon)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Results - Average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Leadership: 3.500</a:t>
            </a:r>
          </a:p>
          <a:p>
            <a:r>
              <a:t>Workload: 3.500</a:t>
            </a:r>
          </a:p>
          <a:p>
            <a:r>
              <a:t>Communication: 3.625</a:t>
            </a:r>
          </a:p>
          <a:p>
            <a:r>
              <a:t>Growth: 3.500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scored highest (3.625) — team practices are working.</a:t>
            </a:r>
          </a:p>
          <a:p>
            <a:r>
              <a:t>Leadership, Workload, Growth all tied at 3.5 — moderate satisfaction.</a:t>
            </a:r>
          </a:p>
          <a:p>
            <a:r>
              <a:t>All four dimensions cluster near the midpoint, indicating no severe pain points.</a:t>
            </a:r>
          </a:p>
          <a:p>
            <a:r>
              <a:t>5 projects across Active / Completed / On Hold / Planning statuses.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Investigate Workload distribution to address moderate scores.</a:t>
            </a:r>
          </a:p>
          <a:p>
            <a:r>
              <a:t>Boost growth opportunities (training budget, mentorship program).</a:t>
            </a:r>
          </a:p>
          <a:p>
            <a:r>
              <a:t>Review On Hold project (Project Delta) for stakeholder alignment.</a:t>
            </a:r>
          </a:p>
          <a:p>
            <a:r>
              <a:t>Recommendation: schedule follow-up survey in 90 days to track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