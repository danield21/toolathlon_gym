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 vs Stock Market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covers March 2025 to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Price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 | Gold_Close | DJI_Close</a:t>
            </a:r>
          </a:p>
          <a:p>
            <a:r>
              <a:t>2025-03 | 3122.80 | 42001.76</a:t>
            </a:r>
          </a:p>
          <a:p>
            <a:r>
              <a:t>2025-04 | 3305.00 | 40669.36</a:t>
            </a:r>
          </a:p>
          <a:p>
            <a:r>
              <a:t>2025-05 | 3288.90 | 42270.07</a:t>
            </a:r>
          </a:p>
          <a:p>
            <a:r>
              <a:t>2026-01 | 4713.90 | 48892.47</a:t>
            </a:r>
          </a:p>
          <a:p>
            <a:r>
              <a:t>2026-02 | 5230.50 | 48977.92</a:t>
            </a:r>
          </a:p>
          <a:p>
            <a:r>
              <a:t>2026-03 | 5093.30 | 47954.74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 the twelve-month period from March 2025 to March 2026, Gold performed better. Gold returned 63.10% while DJI returned 14.17%.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