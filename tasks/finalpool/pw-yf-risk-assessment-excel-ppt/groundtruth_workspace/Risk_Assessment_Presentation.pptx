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Risk Assessment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Portfolio risk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Risk-driven methodology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Risk-driven risk metrics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and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Risk-driven recommendations and findings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