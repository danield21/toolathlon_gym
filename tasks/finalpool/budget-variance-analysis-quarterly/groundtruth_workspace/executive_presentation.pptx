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Budget Variance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Quarter Financial Performance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Summary -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Q1 Budget: 2,295,000</a:t>
            </a:r>
          </a:p>
          <a:p>
            <a:r>
              <a:t>Total Q1 Actual: 2,314,500</a:t>
            </a:r>
          </a:p>
          <a:p>
            <a:r>
              <a:t>Total Variance: +19,500 (0.8% unfavorable)</a:t>
            </a:r>
          </a:p>
          <a:p/>
          <a:p>
            <a:r>
              <a:t>5 of 10 line items showing unfavorable variance</a:t>
            </a:r>
          </a:p>
          <a:p>
            <a:r>
              <a:t>3 of 10 line items favorable (under budget)</a:t>
            </a:r>
          </a:p>
          <a:p>
            <a:r>
              <a:t>2 of 10 line items on budget</a:t>
            </a:r>
          </a:p>
          <a:p>
            <a:r>
              <a:t>Largest variances in commissions and marketing campaigns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Departmental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Operations: 0.8% favorable (-6,000)</a:t>
            </a:r>
          </a:p>
          <a:p>
            <a:r>
              <a:t>Sales: 1.4% unfavorable (10,500) - strong revenue drive</a:t>
            </a:r>
          </a:p>
          <a:p>
            <a:r>
              <a:t>Marketing: 3.3% unfavorable (15,000) - campaign acceleration</a:t>
            </a:r>
          </a:p>
          <a:p>
            <a:r>
              <a:t>IT: on budget (0) - emergency infrastructure offset</a:t>
            </a:r>
          </a:p>
          <a:p/>
          <a:p>
            <a:r>
              <a:t>Status: variances within acceptable parameters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Strengthen approval controls for supply requisitions</a:t>
            </a:r>
          </a:p>
          <a:p/>
          <a:p>
            <a:r>
              <a:t>2. Establish quarterly campaign budget reviews</a:t>
            </a:r>
          </a:p>
          <a:p/>
          <a:p>
            <a:r>
              <a:t>3. Implement preventive IT maintenance schedule</a:t>
            </a:r>
          </a:p>
          <a:p/>
          <a:p>
            <a:r>
              <a:t>4. Continue monitoring sales commissions (positive trend)</a:t>
            </a:r>
          </a:p>
          <a:p/>
          <a:p>
            <a:r>
              <a:t>5. Implement recommended controls to achieve budget alignment in Q2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