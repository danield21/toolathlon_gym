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Diversification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2026 Strategy Briefing</a:t>
            </a:r>
          </a:p>
          <a:p>
            <a:r>
              <a:t>Investment Committee Review</a:t>
            </a:r>
          </a:p>
          <a:p>
            <a:r>
              <a:t>Risk-Return Optimization &amp; Rebalancing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Portfolio Risk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Annualized volatility: 18.4%</a:t>
            </a:r>
          </a:p>
          <a:p>
            <a:r>
              <a:t>Beta vs SPY: 1.07</a:t>
            </a:r>
          </a:p>
          <a:p>
            <a:r>
              <a:t>Sharpe Ratio: 0.62</a:t>
            </a:r>
          </a:p>
          <a:p>
            <a:r>
              <a:t>Tech concentration risk: 38% weight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&amp; Diversification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cluster (AAPL/MSFT/GOOGL): 0.82+ pairwise correlation</a:t>
            </a:r>
          </a:p>
          <a:p>
            <a:r>
              <a:t>Gold (GLD): -0.18 correlation with Tech</a:t>
            </a:r>
          </a:p>
          <a:p>
            <a:r>
              <a:t>Energy (XOM): -0.12 correlation with Tech</a:t>
            </a:r>
          </a:p>
          <a:p>
            <a:r>
              <a:t>Recommendation: increase non-Tech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Allocation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Conservative: 35% equities, expected return 6.5%, vol 9%</a:t>
            </a:r>
          </a:p>
          <a:p>
            <a:r>
              <a:t>Moderate: 50% equities, expected return 9%, vol 13%</a:t>
            </a:r>
          </a:p>
          <a:p>
            <a:r>
              <a:t>Aggressive Growth: 70% equities, expected return 12%, vol 18%</a:t>
            </a:r>
          </a:p>
          <a:p>
            <a:r>
              <a:t>Recommended base case: Moderate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Rebalancing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Tech from 38% to 25% over 3 days</a:t>
            </a:r>
          </a:p>
          <a:p>
            <a:r>
              <a:t>Capital gains: ~$45K realized; offset $12K via XOM tax-loss harvest</a:t>
            </a:r>
          </a:p>
          <a:p>
            <a:r>
              <a:t>Add GLD position for diversification</a:t>
            </a:r>
          </a:p>
          <a:p>
            <a:r>
              <a:t>Quarterly review cadence with 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