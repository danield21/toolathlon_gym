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Intelligence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2026 Competitive Landscape</a:t>
            </a:r>
          </a:p>
          <a:p>
            <a:pPr/>
            <a:r>
              <a:t>Executive Strategy Review</a:t>
            </a:r>
          </a:p>
          <a:p>
            <a:pPr/>
            <a:r>
              <a:t>Five-competitor scan: pricing, features,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 &amp; Competitor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AlphaSoft Inc - Pro tier $49/month</a:t>
            </a:r>
          </a:p>
          <a:p>
            <a:pPr/>
            <a:r>
              <a:t>BetaSoft Co - Standard $29/month</a:t>
            </a:r>
          </a:p>
          <a:p>
            <a:pPr/>
            <a:r>
              <a:t>GammaTech Ltd - Growth $39/month</a:t>
            </a:r>
          </a:p>
          <a:p>
            <a:pPr/>
            <a:r>
              <a:t>DeltaWorks Corp - Business $59/month</a:t>
            </a:r>
          </a:p>
          <a:p>
            <a:pPr/>
            <a:r>
              <a:t>EpsilonSys Pro - Pro $45/month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Mid-tier cluster: $39-$49 (3 vendors)</a:t>
            </a:r>
          </a:p>
          <a:p>
            <a:pPr/>
            <a:r>
              <a:t>Pricing gap identified at $35-40 with full feature set</a:t>
            </a:r>
          </a:p>
          <a:p>
            <a:pPr/>
            <a:r>
              <a:t>Annual discount: 17-20% across vendors</a:t>
            </a:r>
          </a:p>
          <a:p>
            <a:pPr/>
            <a:r>
              <a:t>Recommendation: enter mid-tier with bundled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Comparison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Table-stakes: API, SSO, Reporting</a:t>
            </a:r>
          </a:p>
          <a:p>
            <a:pPr/>
            <a:r>
              <a:t>Differentiators: Mobile (3/5), Priority Support (2/5)</a:t>
            </a:r>
          </a:p>
          <a:p>
            <a:pPr/>
            <a:r>
              <a:t>Custom Workflows: 4/5 offer, but quality varies</a:t>
            </a:r>
          </a:p>
          <a:p>
            <a:pPr/>
            <a:r>
              <a:t>Opportunity: combine mobile + priority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Opportunities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Opportunity 1 (HIGH): Pro Plus tier at $39/mo with full coverage</a:t>
            </a:r>
          </a:p>
          <a:p>
            <a:pPr/>
            <a:r>
              <a:t>Opportunity 2 (MED): bundle priority support to differentiate</a:t>
            </a:r>
          </a:p>
          <a:p>
            <a:pPr/>
            <a:r>
              <a:t>Opportunity 3 (MED): target mobile-first SMB segment</a:t>
            </a:r>
          </a:p>
          <a:p>
            <a:pPr/>
            <a:r>
              <a:t>Recommendation: launch Pro Plus by Q2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risk: AlphaSoft price-match at $49</a:t>
            </a:r>
          </a:p>
          <a:p>
            <a:pPr/>
            <a:r>
              <a:t>Mitigation: differentiate via support SLAs</a:t>
            </a:r>
          </a:p>
          <a:p>
            <a:pPr/>
            <a:r>
              <a:t>Next steps: strategy briefing meeting, go/no-go decision</a:t>
            </a:r>
          </a:p>
          <a:p>
            <a:pPr/>
            <a:r>
              <a:t>Owner: Strategy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