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Q1 2026 Investor Roadshow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City Tour Schedule: Shanghai &amp; Guangzhou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Travel Itinerary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Shanghai: G11 | 07:00-&gt;12:31 | Business class | CNY 1748</a:t>
            </a:r>
          </a:p>
          <a:p>
            <a:pPr>
              <a:defRPr sz="1800"/>
            </a:pPr>
            <a:r>
              <a:t>Guangzhou: G105 | 08:00-&gt;15:48 | Business class | CNY 2631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Highlights - GOOGL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Revenue FY2025: $402.8B | Net Income: $132.2B | EPS: $10.82</a:t>
            </a:r>
          </a:p>
          <a:p>
            <a:pPr>
              <a:defRPr sz="1800"/>
            </a:pPr>
            <a:r>
              <a:t>Revenue FY2024: $350.0B | Net Income: $100.1B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Stock Performance: GOOGL vs AMZN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GOOGL 30d change: -11.4% | Current price: $300.88</a:t>
            </a:r>
          </a:p>
          <a:p>
            <a:pPr>
              <a:defRPr sz="1800"/>
            </a:pPr>
            <a:r>
              <a:t>AMZN 30d change: -8.3% | Current price: $218.94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Analyst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GOOGL: BUY consensus</a:t>
            </a:r>
          </a:p>
          <a:p>
            <a:pPr>
              <a:defRPr sz="1800"/>
            </a:pPr>
            <a:r>
              <a:t>AMZN: BUY consensus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