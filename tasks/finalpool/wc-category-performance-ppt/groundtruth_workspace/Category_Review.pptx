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Category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WooCommerce Product Category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Products: 15</a:t>
            </a:r>
          </a:p>
          <a:p>
            <a:r>
              <a:t>Average Price: $78.05</a:t>
            </a:r>
          </a:p>
          <a:p>
            <a:r>
              <a:t>Total Units Sold: 1553</a:t>
            </a:r>
          </a:p>
          <a:p>
            <a:r>
              <a:t>Average Rating: 4.54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Cameras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Products: 10</a:t>
            </a:r>
          </a:p>
          <a:p>
            <a:r>
              <a:t>Average Price: $23.91</a:t>
            </a:r>
          </a:p>
          <a:p>
            <a:r>
              <a:t>Total Units Sold: 1041</a:t>
            </a:r>
          </a:p>
          <a:p>
            <a:r>
              <a:t>Average Rating: 4.72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Electronics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Products: 30</a:t>
            </a:r>
          </a:p>
          <a:p>
            <a:r>
              <a:t>Average Price: $61.13</a:t>
            </a:r>
          </a:p>
          <a:p>
            <a:r>
              <a:t>Total Units Sold: 2987</a:t>
            </a:r>
          </a:p>
          <a:p>
            <a:r>
              <a:t>Average Rating: 4.58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Headphones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Products: 10</a:t>
            </a:r>
          </a:p>
          <a:p>
            <a:r>
              <a:t>Average Price: $49.49</a:t>
            </a:r>
          </a:p>
          <a:p>
            <a:r>
              <a:t>Total Units Sold: 873</a:t>
            </a:r>
          </a:p>
          <a:p>
            <a:r>
              <a:t>Average Rating: 4.58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 Appliances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Products: 8</a:t>
            </a:r>
          </a:p>
          <a:p>
            <a:r>
              <a:t>Average Price: $35.77</a:t>
            </a:r>
          </a:p>
          <a:p>
            <a:r>
              <a:t>Total Units Sold: 860</a:t>
            </a:r>
          </a:p>
          <a:p>
            <a:r>
              <a:t>Average Rating: 4.78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Speakers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Products: 5</a:t>
            </a:r>
          </a:p>
          <a:p>
            <a:r>
              <a:t>Average Price: $135.16</a:t>
            </a:r>
          </a:p>
          <a:p>
            <a:r>
              <a:t>Total Units Sold: 680</a:t>
            </a:r>
          </a:p>
          <a:p>
            <a:r>
              <a:t>Average Rating: 4.44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TV &amp; Home Theater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Products: 13</a:t>
            </a:r>
          </a:p>
          <a:p>
            <a:r>
              <a:t>Average Price: $304.9</a:t>
            </a:r>
          </a:p>
          <a:p>
            <a:r>
              <a:t>Total Units Sold: 1565</a:t>
            </a:r>
          </a:p>
          <a:p>
            <a:r>
              <a:t>Average Rating: 4.78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Products: 6</a:t>
            </a:r>
          </a:p>
          <a:p>
            <a:r>
              <a:t>Average Price: $60.69</a:t>
            </a:r>
          </a:p>
          <a:p>
            <a:r>
              <a:t>Total Units Sold: 411</a:t>
            </a:r>
          </a:p>
          <a:p>
            <a:r>
              <a:t>Average Rating: 4.35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products: Electronics</a:t>
            </a:r>
          </a:p>
          <a:p>
            <a:r>
              <a:t>Highest average rating: Home Appliances / TV &amp; Home Theater</a:t>
            </a:r>
          </a:p>
          <a:p>
            <a:r>
              <a:t>Most total units sold: Electronics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