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Tech Overview 2025: Research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review of the AI technology landscape, integrating popular video content with peer-reviewed academic literature on transformers, LLMs, and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AI Videos with View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DeepSeek R1: 3.88M views</a:t>
            </a:r>
          </a:p>
          <a:p>
            <a:r>
              <a:t>OpenAI o1: 3.12M views</a:t>
            </a:r>
          </a:p>
          <a:p>
            <a:r>
              <a:t>Claude Update: 1.45M views</a:t>
            </a:r>
          </a:p>
          <a:p>
            <a:r>
              <a:t>AI Code Tools: 1.20M views</a:t>
            </a:r>
          </a:p>
          <a:p>
            <a:r>
              <a:t>Anthropic Claude Opus: 1.10M views</a:t>
            </a:r>
          </a:p>
          <a:p>
            <a:r>
              <a:t>Vibe coding rising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Academic Papers and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 Is All You Need (Vaswani, 2017) - NeurIPS - 85,000 citations</a:t>
            </a:r>
          </a:p>
          <a:p>
            <a:r>
              <a:t>BERT (Devlin, 2018) - NAACL - 52,000 citations</a:t>
            </a:r>
          </a:p>
          <a:p>
            <a:r>
              <a:t>GPT-4 Technical Report (OpenAI, 2023) - arXiv - 8,000 citations</a:t>
            </a:r>
          </a:p>
          <a:p>
            <a:r>
              <a:t>Llama 2 (Touvron, 2023) - 15,000 citations</a:t>
            </a:r>
          </a:p>
          <a:p>
            <a:r>
              <a:t>Constitutional AI (Bai, 2022) - 2,100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Landscape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Trending technologies: LLM, Transformer (Established), DeepSeek (Emerging), Diffusion (Growing), RLHF (Established). Maps video mentions to paper counts to assess maturity.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 AI/LLM dominates both video and academic discourse in 2024-2025. Recommendation: prioritize transformer/LLM tooling, monitor emerging DeepSeek-class models, integrate generative tools into research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