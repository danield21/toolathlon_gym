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Scholarly Trend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 internal paper metrics against benchmark dataset extracted from the trend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citation gap relative to benchmark.</a:t>
            </a:r>
          </a:p>
          <a:p>
            <a:r>
              <a:t>Top relevance scores cluster around recent topics.</a:t>
            </a:r>
          </a:p>
          <a:p>
            <a:r>
              <a:t>Most papers fall within +/-1 of benchmark relevance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visibility of high-citation papers in upcoming briefings.</a:t>
            </a:r>
          </a:p>
          <a:p>
            <a:r>
              <a:t>Schedule follow-up review of low-relevance papers.</a:t>
            </a:r>
          </a:p>
          <a:p>
            <a:r>
              <a:t>Prioritise outreach for trending topics.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 analysis quarterly and update benchmark snapshot.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